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B1CE2D-6A6E-4F57-8403-AAA8369F5E42}">
  <a:tblStyle styleId="{5CB1CE2D-6A6E-4F57-8403-AAA8369F5E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05088fc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05088fc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05088fc9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05088fc9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05088fc9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05088fc9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{5CB1CE2D-6A6E-4F57-8403-AAA8369F5E42}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sex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constitution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sleep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stress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exercise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smoking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alcohol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treatment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14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{5CB1CE2D-6A6E-4F57-8403-AAA8369F5E42}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sex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constitution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sleep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stress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exercise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smoking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alcohol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treatment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Google Shape;64;p15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{5CB1CE2D-6A6E-4F57-8403-AAA8369F5E42}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sex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constitution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sleep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stress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exercise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smoking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alcohol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treatment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4.9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6.7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7.9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7.3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5.4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